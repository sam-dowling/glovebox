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>
  <p:sldMasterIdLst>
    <p:sldMasterId id="2147483648" r:id="rId1"/>
  </p:sldMasterIdLst>
  <p:sldIdLst>
    <p:sldId id="256" r:id="rId2"/>
  </p:sldIdLst>
  <p:sldSz cx="9144000" cy="6858000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p="http://schemas.openxmlformats.org/presentationml/2006/main" xmlns:r="http://schemas.openxmlformats.org/officeDocument/2006/relationships" xmlns:a="http://schemas.openxmlformats.org/drawingml/2006/main" type="blank">
  <p:cSld name="Blank">
    <p:spTree>
      <p:nvGrpSpPr>
        <p:cNvPr id="1" name=""/>
        <p:cNvGrpSpPr/>
        <p:nvPr/>
      </p:nvGrpSpPr>
      <p:grpSpPr/>
    </p:spTree>
  </p:cSld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Masters/slideMaster1.xml><?xml version="1.0" encoding="utf-8"?>
<p:sldMaster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1" name=""/>
        <p:cNvGrpSpPr/>
        <p:nvPr/>
      </p:nvGrpSpPr>
      <p:grpSpPr/>
    </p:spTree>
  </p:cSld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p>
            <a:r>
              <a:rPr lang="en-GB" sz="4000" b="1"/>
              <a:t>GloveBox Sample Presentation</a:t>
            </a:r>
          </a:p>
          <a:p>
            <a:r>
              <a:rPr lang="en-GB" sz="2000"/>
              <a:t>This is a minimal PPTX for testing.</a:t>
            </a:r>
          </a:p>
        </p:txBody>
      </p:sp>
    </p:spTree>
  </p:cSld>
</p:sld>
</file>